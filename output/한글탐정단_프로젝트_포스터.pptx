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a67cdbb5ef4d88" /><Relationship Type="http://schemas.openxmlformats.org/officeDocument/2006/relationships/extended-properties" Target="/docProps/app.xml" Id="R59f16b26391243d1" /><Relationship Type="http://schemas.openxmlformats.org/officeDocument/2006/relationships/officeDocument" Target="/ppt/presentation.xml" Id="R06510553351a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8b389723f47d1"/>
  </p:sldMasterIdLst>
  <p:notesMasterIdLst>
    <p:notesMasterId xmlns:r="http://schemas.openxmlformats.org/officeDocument/2006/relationships" r:id="R23cec02d56b14584"/>
  </p:notesMasterIdLst>
  <p:sldIdLst>
    <p:sldId xmlns:r="http://schemas.openxmlformats.org/officeDocument/2006/relationships" id="256" r:id="Rb3cebaa581d44128"/>
  </p:sldIdLst>
  <p:sldSz cx="25203150" cy="5040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05cf51a43149dd" /><Relationship Type="http://schemas.openxmlformats.org/officeDocument/2006/relationships/slideMaster" Target="/ppt/slideMasters/slideMaster1.xml" Id="Re548b389723f47d1" /><Relationship Type="http://schemas.openxmlformats.org/officeDocument/2006/relationships/notesMaster" Target="/ppt/notesMasters/notesMaster1.xml" Id="R23cec02d56b14584" /><Relationship Type="http://schemas.openxmlformats.org/officeDocument/2006/relationships/presProps" Target="/ppt/presProps.xml" Id="R9256b823e01342ed" /><Relationship Type="http://schemas.openxmlformats.org/officeDocument/2006/relationships/tableStyles" Target="/ppt/tableStyles.xml" Id="R441e7a9deb0a42d7" /><Relationship Type="http://schemas.openxmlformats.org/officeDocument/2006/relationships/slide" Target="/ppt/slides/slide1.xml" Id="Rb3cebaa581d4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b7b003bde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a82b141b247a9" /><Relationship Type="http://schemas.openxmlformats.org/officeDocument/2006/relationships/notesMaster" Target="/ppt/notesMasters/notesMaster1.xml" Id="R506e4cdf25f34c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fa823e0814d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82a9ea43843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6f016bdea42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6799073214b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65559594e41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350e6e4ef40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442CFE-E654-432A-AEDE-B179FFBB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15" y="19042380"/>
            <a:ext cx="20162520" cy="7280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1F01D1-7C45-4777-8876-8CA5A78EDA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80473" y="27723465"/>
            <a:ext cx="17642205" cy="560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F13752-3A3F-4237-99D5-8B932ABB6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15" y="21002625"/>
            <a:ext cx="20162520" cy="840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E2A331-D171-4413-8C3D-14D1D0DDE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7677" y="3920490"/>
            <a:ext cx="22367796" cy="616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48F2E9-E222-4426-87A0-E9C87AEA96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17677" y="14001750"/>
            <a:ext cx="22367796" cy="3136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7255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02638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32717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362795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992874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622953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253032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883110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51318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50C660-14F1-4943-A09D-B992B17C4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7677" y="3920490"/>
            <a:ext cx="22367796" cy="616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3708C5-E18D-4845-9390-412B255DE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17677" y="14001750"/>
            <a:ext cx="10396299" cy="3136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7255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02638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32717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362795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992874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622953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253032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883110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51318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4BAADC-4639-4514-93AE-3B67FE060E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3389173" y="14001750"/>
            <a:ext cx="10396299" cy="3136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7255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02638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32717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362795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992874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622953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253032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883110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51318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98954-2370-41D4-AA70-5E2CD16F9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7677" y="3920490"/>
            <a:ext cx="22367796" cy="616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8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4D5D3B-2912-40AB-A267-07336BC2D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17677" y="14001750"/>
            <a:ext cx="10396299" cy="3136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7255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02638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32717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362795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992874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622953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253032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883110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513189" indent="-472559" algn="l">
              <a:lnSpc>
                <a:spcPct val="110000"/>
              </a:lnSpc>
              <a:spcBef>
                <a:spcPts val="0"/>
              </a:spcBef>
              <a:spcAft>
                <a:spcPts val="2481"/>
              </a:spcAft>
              <a:buChar char="•"/>
              <a:defRPr sz="46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c334fe903488e" /><Relationship Type="http://schemas.openxmlformats.org/officeDocument/2006/relationships/slideLayout" Target="/ppt/slideLayouts/slideLayout1.xml" Id="Rba470ef4e299470b" /><Relationship Type="http://schemas.openxmlformats.org/officeDocument/2006/relationships/slideLayout" Target="/ppt/slideLayouts/slideLayout2.xml" Id="R0fc00d536f344a35" /><Relationship Type="http://schemas.openxmlformats.org/officeDocument/2006/relationships/slideLayout" Target="/ppt/slideLayouts/slideLayout3.xml" Id="Rb03c7335f2834158" /><Relationship Type="http://schemas.openxmlformats.org/officeDocument/2006/relationships/slideLayout" Target="/ppt/slideLayouts/slideLayout4.xml" Id="R562e909d7acc461b" /><Relationship Type="http://schemas.openxmlformats.org/officeDocument/2006/relationships/slideLayout" Target="/ppt/slideLayouts/slideLayout5.xml" Id="R65cbbaa7d3e74ca0" /><Relationship Type="http://schemas.openxmlformats.org/officeDocument/2006/relationships/slideLayout" Target="/ppt/slideLayouts/slideLayout6.xml" Id="R94266fbd76ab4a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70ef4e299470b"/>
    <p:sldLayoutId xmlns:r="http://schemas.openxmlformats.org/officeDocument/2006/relationships" id="2147483650" r:id="R0fc00d536f344a35"/>
    <p:sldLayoutId xmlns:r="http://schemas.openxmlformats.org/officeDocument/2006/relationships" id="2147483651" r:id="Rb03c7335f2834158"/>
    <p:sldLayoutId xmlns:r="http://schemas.openxmlformats.org/officeDocument/2006/relationships" id="2147483652" r:id="R562e909d7acc461b"/>
    <p:sldLayoutId xmlns:r="http://schemas.openxmlformats.org/officeDocument/2006/relationships" id="2147483653" r:id="R65cbbaa7d3e74ca0"/>
    <p:sldLayoutId xmlns:r="http://schemas.openxmlformats.org/officeDocument/2006/relationships" id="2147483654" r:id="R94266fbd76ab4a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c868b10da42ef" /><Relationship Type="http://schemas.openxmlformats.org/officeDocument/2006/relationships/image" Target="/ppt/media/image.png" Id="R303fa4b7bc73471f" /><Relationship Type="http://schemas.openxmlformats.org/officeDocument/2006/relationships/image" Target="/ppt/media/image2.png" Id="R41453ef957cd4d3c" /><Relationship Type="http://schemas.openxmlformats.org/officeDocument/2006/relationships/notesSlide" Target="/ppt/notesSlides/notesSlide1.xml" Id="R7bf4b812d490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9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A4B1967-91DE-4E06-9C58-5CCE555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0315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5C27"/>
              </a:gs>
              <a:gs pos="55000">
                <a:srgbClr val="0F8F2C"/>
              </a:gs>
              <a:gs pos="100000">
                <a:srgbClr val="67D64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5029E-91AA-426F-B64B-36F0EBD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953000" y="2781300"/>
            <a:ext cx="2019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33B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6BDBE-C8B7-419F-BB59-DDA7AD3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86000"/>
            <a:ext cx="17145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EA4C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CD222-3F92-4DC1-A6C4-AAA64F0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25203150" cy="495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E9B"/>
              </a:gs>
              <a:gs pos="100000">
                <a:srgbClr val="EAF8D9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C2AD1-353A-4B28-AB96-0140C15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D8F6D3"/>
                </a:solidFill>
                <a:latin typeface="Malgun Gothic"/>
                <a:ea typeface="Malgun Gothic"/>
                <a:cs typeface="Malgun Gothic"/>
              </a:rPr>
              <a:t>AI·SW 신기술 전공 프로젝트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36953-1A86-4FCC-A615-9BAD7B6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95400"/>
            <a:ext cx="16192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91"/>
          </a:bodyPr>
          <a:lstStyle xmlns:a="http://schemas.openxmlformats.org/drawingml/2006/main">
            <a:def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한글탐정단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B00C-E0F7-40A2-A9A7-924124C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>
            <a:def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F4FFF0"/>
                </a:solidFill>
                <a:latin typeface="Malgun Gothic"/>
                <a:ea typeface="Malgun Gothic"/>
                <a:cs typeface="Malgun Gothic"/>
              </a:rPr>
              <a:t>AI 맞춤법·글쓰기 학습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D36AD-77A4-411C-BD87-5D3F175D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F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E1420-356C-4D05-AAD4-C7DE7835C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fa4b7bc73471f"/>
          <a:stretch xmlns:a="http://schemas.openxmlformats.org/drawingml/2006/main"/>
        </p:blipFill>
        <p:spPr>
          <a:xfrm xmlns:a="http://schemas.openxmlformats.org/drawingml/2006/main">
            <a:off x="20719714" y="1371600"/>
            <a:ext cx="2375573" cy="2667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9A6EF-0F0B-4861-BFAE-0308FA5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E7F8D5"/>
                </a:solidFill>
                <a:latin typeface="Malgun Gothic"/>
                <a:ea typeface="Malgun Gothic"/>
                <a:cs typeface="Malgun Gothic"/>
              </a:rPr>
              <a:t>초등 1–3학년 맞춤 학습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A20A9-E018-441A-B1EF-B96CC1DC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31550" cy="440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2A6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FBA58-EDC6-445F-AC6A-095B77B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48300"/>
            <a:ext cx="22764750" cy="3352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FBEF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5531A-AC3D-45B9-B46A-389B3A49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21469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글을 쓰며 발견하고, 다시 쓰며 자라는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9DB32-DF94-4A97-AED1-BFCC2354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819900"/>
            <a:ext cx="21545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78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어린이 맞춤 한글 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1E097-54B8-468A-AB32-B01F906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182100"/>
            <a:ext cx="11239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26431-FB32-435D-B6A9-FB6FCA95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467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프로젝트 한눈에 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11C72-84FB-49CE-BD80-4BB8E647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439400"/>
            <a:ext cx="1021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B5CA7-9A05-48B8-A3E2-B4B0746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763250"/>
            <a:ext cx="156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대상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92A7F-F7F5-40EF-8F3A-A0435305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6870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초등학교 1–3학년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030AB-0101-448D-92B5-24EE9066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1620500"/>
            <a:ext cx="156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분야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B55D2-C574-46DC-B694-4603FF2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1544300"/>
            <a:ext cx="800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AI · 맞춤법 · 학습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A682D-2AC6-4471-B945-3604B51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182100"/>
            <a:ext cx="11144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EA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CA869-E249-45EF-B13E-2FE7DCAA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1013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나의 글에서 시작하는 학습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10319-F297-4126-A275-F0047E3AF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53ef957cd4d3c"/>
          <a:stretch xmlns:a="http://schemas.openxmlformats.org/drawingml/2006/main"/>
        </p:blipFill>
        <p:spPr>
          <a:xfrm xmlns:a="http://schemas.openxmlformats.org/drawingml/2006/main">
            <a:off x="13525500" y="10402750"/>
            <a:ext cx="2952750" cy="2206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9A654-5DBB-4705-8D3B-B8067D4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0363200"/>
            <a:ext cx="613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오늘의 문제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3F735-B8D1-4CD4-A636-C30ED9E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1106150"/>
            <a:ext cx="613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내 글의 오류 찾기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4F1BB-8FEB-428D-AA8C-D4D5C37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1849100"/>
            <a:ext cx="613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고쳐 쓰고 기록하기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46ADD-C7A9-4F14-A916-1F86B441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620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0BFF2-BC8D-4610-BA7D-5C535A11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487400"/>
            <a:ext cx="2173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905A3-4CEC-4393-9221-BEBC778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0"/>
            <a:ext cx="22307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한글탐정단은 어린이가 푼 문제와 직접 쓴 글을 학습 기록으로 쌓고, 자주 헷갈리는 표현을 다시 연습하도록 돕는 웹 서비스입니다.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172629-A24A-4D5A-BA3B-84214EA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497300"/>
            <a:ext cx="2230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8A233-85D6-481F-9328-CD07CC7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6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07A47-8B13-49F9-ADBF-6B59192B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030700"/>
            <a:ext cx="1002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DB512-94F7-4872-B0BE-5EB8747D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716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8A6026-EEF5-4DC0-BF68-B898BE2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17030700"/>
            <a:ext cx="1002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8EFBC-9E20-4449-B78A-EBDECA2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35600"/>
            <a:ext cx="10439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DC8C6C-F05D-41F7-83C7-A19B9043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402300"/>
            <a:ext cx="963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맞춤 문제와 받아쓰기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690FAB-AA9A-4FE3-98DE-D5372E2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411950"/>
            <a:ext cx="960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199"/>
          </a:bodyPr>
          <a:lstStyle xmlns:a="http://schemas.openxmlformats.org/drawingml/2006/main">
            <a:def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오늘의 문제를 풀고, 듣기·타자·손글씨로 답을 입력합니다.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41CDA1-1690-4B8C-974B-CCEE2D65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612100"/>
            <a:ext cx="10439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41862-CFD3-4ABF-A3D0-8D46C88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878800"/>
            <a:ext cx="963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내 글 맞춤법 분석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FC683A-C1B0-42D2-8C93-4AF595A6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888450"/>
            <a:ext cx="960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790"/>
          </a:bodyPr>
          <a:lstStyle xmlns:a="http://schemas.openxmlformats.org/drawingml/2006/main">
            <a:def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글에서 오류 후보와 단계별 힌트를 확인하고 직접 고칩니다.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2980A4-30CF-44B7-B376-8EF25E43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8135600"/>
            <a:ext cx="10439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B4C8AF-6A0D-483E-90AA-4EB0B01A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18402300"/>
            <a:ext cx="963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이력과 복습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C5BFAB-1973-413C-A5FF-23A9E67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19411950"/>
            <a:ext cx="960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44"/>
          </a:bodyPr>
          <a:lstStyle xmlns:a="http://schemas.openxmlformats.org/drawingml/2006/main">
            <a:def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풀이·오류·다시 쓰기 기록으로 반복 학습을 이어갑니다.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FF010-E301-4EC9-9AAC-DF9CC24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0612100"/>
            <a:ext cx="10439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7C122B-EAA3-4AA3-A492-D343CE61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0878800"/>
            <a:ext cx="963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보호자와 자녀 프로필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368F6E-76D3-49BA-BACB-4C8C171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1888450"/>
            <a:ext cx="960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보호자 계정에서 자녀별 학습 기록을 관리합니다.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F3C03D-DB36-424C-A4A6-B2834A7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0"/>
            <a:ext cx="2230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C4707-F740-4480-849C-7D853AE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31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8223AD-1CD6-4AFC-B76F-D0B9E15E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698200"/>
            <a:ext cx="2173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흐름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8655A2-23FA-452D-9773-33A7499A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0"/>
            <a:ext cx="52959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3F9EA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0C737F-08CB-4B25-A100-870117AD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222200"/>
            <a:ext cx="106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083481-7338-448B-B9E2-F2296FD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2220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문제 풀기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AF175E-61F5-45E4-81B1-08B3C71B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289000"/>
            <a:ext cx="4457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오늘의 맞춤 문제와</a:t>
            </a:r>
          </a:p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받아쓰기 연습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BFDA70-E34F-446C-A93B-FF7FBB7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4140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3875E1-8355-465D-A807-936D302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50900"/>
            <a:ext cx="38100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F15843-E852-48B1-8C5C-5A61B81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0"/>
            <a:ext cx="52959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98EFFA-C2CE-472E-8E74-11A73948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222200"/>
            <a:ext cx="106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2C56F0-8AF2-4B79-91A8-0871126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2220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내 글 쓰기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E2B45E-81BF-46C2-9B2D-95344C0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0"/>
            <a:ext cx="4457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직접 쓴 글을 저장하고</a:t>
            </a:r>
          </a:p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오류 후보 살펴보기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D7735E-FC0D-460A-A5E3-5A47614D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2644140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C33F77-BBA8-4A27-91BA-0BC802C8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26250900"/>
            <a:ext cx="38100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09A339-AD9D-43B9-8146-57D0306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955500"/>
            <a:ext cx="52959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3F9EA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68681D-EC67-46A2-AC9B-54D3079C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5222200"/>
            <a:ext cx="106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A8FBC1-6450-4144-96C6-5478339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2522220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힌트로 고치기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BBCD47-6317-406A-8295-8049ED8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6289000"/>
            <a:ext cx="4457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정답을 먼저 말하지 않는</a:t>
            </a:r>
          </a:p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단계별 힌트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40FBE8-789D-4FC7-B209-6132928C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0" y="2644140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B774C6-AB8E-461E-AA39-F4774372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950" y="26250900"/>
            <a:ext cx="38100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52609B-47F1-4981-979A-C80F1B9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24955500"/>
            <a:ext cx="52959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581200-1987-4D8D-80D2-25BD9D7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25222200"/>
            <a:ext cx="106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A8FE05-2DA3-491C-92F2-0FA9DF9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0" y="2522220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기록하고 복습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B2A15F-4715-41C9-AAD4-F5FBFA0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0" y="26289000"/>
            <a:ext cx="4457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자주 틀린 유형을</a:t>
            </a:r>
          </a:p>
          <a:p xmlns:a="http://schemas.openxmlformats.org/drawingml/2006/main">
            <a:pPr algn="ctr">
              <a:def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다시 연습하기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283658-E7D4-4E5A-B335-9DDBBAE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13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4A6E71-936C-4011-B540-7C9CEED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79800"/>
            <a:ext cx="2173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화면 예시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52AC36-1A37-4678-951F-C952493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0"/>
            <a:ext cx="69532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37CF4F-AF89-45C6-A7AD-7E663EC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0"/>
            <a:ext cx="695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28F9D7-A8CE-4AC2-A8E4-32F8C54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175200"/>
            <a:ext cx="634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오늘의 문제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D20916-6479-4E91-AAB5-50A3361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8010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맞춤 연습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0A1181-6DED-48A6-8DEA-EE8054C7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156400"/>
            <a:ext cx="619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187327-38AC-4784-A8FF-4C155A9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289750"/>
            <a:ext cx="5657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나는 학교에 ___ 친구를 만났어요.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6EDC00-A19E-46CE-BAC6-4927640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194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가서     /     가 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D183CF-9686-49F9-8119-8066F771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0"/>
            <a:ext cx="69532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E16E886-38D8-4908-B532-48E20AB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0"/>
            <a:ext cx="695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8C1DCB0-E068-46FE-BB3F-E6A5CF52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175200"/>
            <a:ext cx="634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글 다시 쓰기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A46E3B8-9DAB-401D-B848-BA3D07B6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8010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단계별 힌트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B295C1-E774-49C3-9E55-8C7C42A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56400"/>
            <a:ext cx="619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676163-7776-437F-9B6F-15A5391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289750"/>
            <a:ext cx="5657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“오늘은 날씨가 좋아서</a:t>
            </a:r>
          </a:p>
          <a:p xmlns:a="http://schemas.openxmlformats.org/drawingml/2006/main">
            <a: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친구와 공원에 갔다.”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000AF7-26D4-44AE-B9C8-92B8647C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194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띄어쓰기와 표현을 확인해요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551272-8DE2-4724-B631-966DFBBB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30099000"/>
            <a:ext cx="69532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43D4BA-EA13-456A-872A-22B87176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30099000"/>
            <a:ext cx="695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CD34D1-A2A4-4C97-8196-5D40766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30175200"/>
            <a:ext cx="634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기록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CDEC44-034D-4D32-9801-E2322E7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3128010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나의 성장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485B73-3C41-402C-97EF-C76D4C6A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32156400"/>
            <a:ext cx="619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921892-0F7B-41FF-BE33-83FF895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32289750"/>
            <a:ext cx="5657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이번 주 학습 기록</a:t>
            </a:r>
          </a:p>
          <a:p xmlns:a="http://schemas.openxmlformats.org/drawingml/2006/main">
            <a:pPr algn="ctr">
              <a:def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문제 풀이 · 글쓰기 · 복습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FEA6F0A-3A81-41C0-A13C-83CE6379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34194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기록을 보며 다시 연습해요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2F6B12-E167-4887-A7B7-5670E534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85400"/>
            <a:ext cx="2209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※ 화면은 서비스 기능을 설명하기 위한 예시입니다.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34CC58-DCD3-40C2-BBB4-FE480C6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0"/>
            <a:ext cx="2230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4CDB94-1F03-45BD-9533-A450F59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37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DF33EA-FAB5-405E-B1EE-BEE11D9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804600"/>
            <a:ext cx="982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기술 구성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E13246-6FE0-4D7A-8352-CC0728C7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6937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375CE5-753F-4E84-B075-43DE03A6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6804600"/>
            <a:ext cx="982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현재 구현 범위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F1BA5AF-CD3C-447A-901F-D0181DD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061900"/>
            <a:ext cx="32004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64783E-D19B-4E97-8AA4-3B2D48B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3095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웹 화면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E63094-FC50-438C-907F-1783F6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0525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Next.js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01D569-5944-4ECA-A586-FB238D4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01440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8CD0603-F611-401B-B287-4D52023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823900"/>
            <a:ext cx="38100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9E85384-69A4-48B7-9132-D707F2E7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61900"/>
            <a:ext cx="32004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6F5DF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D755845-4C69-4861-AA63-3F6C1C95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3095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API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8D1A836-D64A-4AAC-9644-349836D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Spring Boot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9690C46-1139-4CE2-99C5-2611DBA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1440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28C4FCA-2179-42C6-A5C1-2AD3CB49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23900"/>
            <a:ext cx="38100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FDC901B-ACE5-4B39-9046-5FD2A0B3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061900"/>
            <a:ext cx="32004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4280A26-5FA7-4446-BDC2-FF47A14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3095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기록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13AF74C-4857-423E-ABF0-7C0E95D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Supabase</a:t>
            </a:r>
          </a:p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97B1156-3BF5-4346-947A-4D070051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47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글 분석: 규칙 기반 · Gemini/OpenAI 선택형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69A27F4-04C2-4BB3-BB63-CD69D96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718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657367"/>
                </a:solidFill>
                <a:latin typeface="Malgun Gothic"/>
                <a:ea typeface="Malgun Gothic"/>
                <a:cs typeface="Malgun Gothic"/>
              </a:rPr>
              <a:t>손글씨 인식: Google Cloud Vision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D4347B0-698B-4A61-8400-F2E6A2D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8061900"/>
            <a:ext cx="104394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EA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373CE4-8613-4ECD-8AF8-2A8F4662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366700"/>
            <a:ext cx="937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현재 MVP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093239F-8412-4371-ADE4-63AF7FA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9128700"/>
            <a:ext cx="93726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• 규칙 분석은 예시 표현 중심입니다.</a:t>
            </a:r>
          </a:p>
          <a:p xmlns:a="http://schemas.openxmlformats.org/drawingml/2006/main">
            <a: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• AI 후보는 정답 검증을 대신하지 않습니다.</a:t>
            </a:r>
          </a:p>
          <a:p xmlns:a="http://schemas.openxmlformats.org/drawingml/2006/main">
            <a:pPr algn="l">
              <a:def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• 어린이 글의 외부 전송 전 안내와 보호자 동의가 필요합니다.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7AD1D07-E184-4B60-85D3-D746EACC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67200"/>
            <a:ext cx="2230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46C507-AC42-4B16-BFA8-83F3DDAC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81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84DBD6-1DF6-486F-A05F-CA6BE913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748200"/>
            <a:ext cx="2173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다음 발전 방향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7A57E0-74AC-4D1D-83FF-EE8D685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0"/>
            <a:ext cx="695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7B5E12C-A206-4B71-A27D-2554BFB1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253150"/>
            <a:ext cx="91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E0B350-AF88-45CF-96EA-C970AC6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34100"/>
            <a:ext cx="516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콘텐츠 확장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EABBD5-5D51-4469-BFBC-96796D42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2628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학년·오류 유형별 문제와 예문 보강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8B3B203-FBEF-4F2F-9338-6B6EAA9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0"/>
            <a:ext cx="695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8C6BEA-8694-46D8-9380-FC7C46C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253150"/>
            <a:ext cx="91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C6E07A3-526D-4856-B306-BB8487EE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234100"/>
            <a:ext cx="516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학습 경험 개선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2245678-B792-4240-AF2F-BABDC46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2628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기록을 활용한 복습 추천과 피드백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8B14703-1393-4E53-9A33-B5FFA5C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44005500"/>
            <a:ext cx="695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AFFF7"/>
          </a:solidFill>
          <a:ln xmlns:a="http://schemas.openxmlformats.org/drawingml/2006/main" w="38100">
            <a:solidFill>
              <a:srgbClr val="8DCB79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2FFB0F-6131-4CCD-A4F5-89C5ED9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4253150"/>
            <a:ext cx="91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2A6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F49308-AF06-4E07-9DDF-87BC3621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850" y="44234100"/>
            <a:ext cx="516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8772C"/>
                </a:solidFill>
                <a:latin typeface="Malgun Gothic"/>
                <a:ea typeface="Malgun Gothic"/>
                <a:cs typeface="Malgun Gothic"/>
              </a:rPr>
              <a:t>안전한 서비스 준비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CE83804-8A5C-482B-A928-C63F5D3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452628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51A"/>
                </a:solidFill>
                <a:latin typeface="Malgun Gothic"/>
                <a:ea typeface="Malgun Gothic"/>
                <a:cs typeface="Malgun Gothic"/>
              </a:rPr>
              <a:t>보호자 동의·개인정보 안내·보안 강화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0556803-A9B8-4F4D-9EEF-2B95E71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806100"/>
            <a:ext cx="25203150" cy="1600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5C27"/>
              </a:gs>
              <a:gs pos="55000">
                <a:srgbClr val="18A337"/>
              </a:gs>
              <a:gs pos="100000">
                <a:srgbClr val="62D23B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6C8990-95A7-41FE-9EE0-04D51A4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653700"/>
            <a:ext cx="2520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E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93645FF-A62E-4C91-885B-1066FBFD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96600"/>
            <a:ext cx="2230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글 자 씩, 나만의 자신감으로</a:t>
            </a:r>
          </a:p>
        </p:txBody>
      </p:sp>
    </p:spTree>
    <p:extLst>
      <p:ext uri="{BB962C8B-B14F-4D97-AF65-F5344CB8AC3E}">
        <p14:creationId xmlns:p14="http://schemas.microsoft.com/office/powerpoint/2010/main" val="2055497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2026-10-23T07:50:48.9070000Z</dcterms:created>
  <dcterms:modified xsi:type="dcterms:W3CDTF">2026-10-23T07:50:48.9070000Z</dcterms:modified>
</coreProperties>
</file>